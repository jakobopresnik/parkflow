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6" d="100"/>
          <a:sy n="56" d="100"/>
        </p:scale>
        <p:origin x="735" y="26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 descr="The image shows a digital parking management interface with a calendar, listing dates, and various statuses such as 'upravljanje parkirnih mest' (parking management), 'Prosto' (available), and 'Zasedeno' (reserved).&#10;&#10;AI-generated content may be incorrect.">
            <a:extLst>
              <a:ext uri="{FF2B5EF4-FFF2-40B4-BE49-F238E27FC236}">
                <a16:creationId xmlns:a16="http://schemas.microsoft.com/office/drawing/2014/main" id="{7FBC69CC-4E6A-C2D0-B3A1-AFAD50E16F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819400"/>
            <a:ext cx="5638800" cy="3429000"/>
          </a:xfrm>
          <a:prstGeom prst="rect">
            <a:avLst/>
          </a:prstGeom>
        </p:spPr>
      </p:pic>
      <p:pic>
        <p:nvPicPr>
          <p:cNvPr id="6" name="Picture 5" descr="The image appears to be a digital floor plan or layout with various parking spots (K1-8 to K1-47), marked with numbers, and includes interactive elements for adding, deleting, or modifying parking spots, and navigational instructions.&#10;&#10;AI-generated content may be incorrect.">
            <a:extLst>
              <a:ext uri="{FF2B5EF4-FFF2-40B4-BE49-F238E27FC236}">
                <a16:creationId xmlns:a16="http://schemas.microsoft.com/office/drawing/2014/main" id="{C5876B67-3A94-5BC7-6DEB-0CB9E18650F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1682" y="2819400"/>
            <a:ext cx="56388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Jakob Oprešnik</cp:lastModifiedBy>
  <cp:revision>2</cp:revision>
  <dcterms:created xsi:type="dcterms:W3CDTF">2006-08-16T00:00:00Z</dcterms:created>
  <dcterms:modified xsi:type="dcterms:W3CDTF">2026-04-07T09:40:34Z</dcterms:modified>
</cp:coreProperties>
</file>