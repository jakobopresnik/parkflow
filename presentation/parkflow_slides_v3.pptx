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4" y="3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F9841-7FBF-4627-9DDD-C75D0EB998B9}" type="datetimeFigureOut">
              <a:rPr lang="en-SI" smtClean="0"/>
              <a:t>07/04/2026</a:t>
            </a:fld>
            <a:endParaRPr lang="en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44CCC-6F4B-4AF7-8C33-AF867DB0162B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11681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44CCC-6F4B-4AF7-8C33-AF867DB0162B}" type="slidenum">
              <a:rPr lang="en-SI" smtClean="0"/>
              <a:t>1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215479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2634E7D-66C6-7C39-0749-60303302B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  <p:pic>
        <p:nvPicPr>
          <p:cNvPr id="10" name="Picture 9" descr="The image is a blue diagram showing a flowchart with text in Polish, detailing an automated parking management system that ends unoccupied spaces and employs automated information processing about the presence of employees.&#10;&#10;AI-generated content may be incorrect.">
            <a:extLst>
              <a:ext uri="{FF2B5EF4-FFF2-40B4-BE49-F238E27FC236}">
                <a16:creationId xmlns:a16="http://schemas.microsoft.com/office/drawing/2014/main" id="{FC721CDE-1F71-B9EA-E17D-B83452FD70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9" y="58489"/>
            <a:ext cx="16221727" cy="904741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B488380-73D9-BCC9-BDFD-9AECDCA76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31474" y="8264944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4948016-921E-EA95-6751-F41160C17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EA966B-1A74-1FCA-472A-D7A022713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2D1212D-0E44-5159-C453-941513730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13207A4-32B8-861B-4DE6-1AD8A59DC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The image shows a digital parking management interface with a calendar, listing dates, and various statuses such as 'upravljanje parkirnih mest' (parking management), 'Prosto' (available), and 'Zasedeno' (reserved).&#10;&#10;AI-generated content may be incorrect.">
            <a:extLst>
              <a:ext uri="{FF2B5EF4-FFF2-40B4-BE49-F238E27FC236}">
                <a16:creationId xmlns:a16="http://schemas.microsoft.com/office/drawing/2014/main" id="{7FBC69CC-4E6A-C2D0-B3A1-AFAD50E16F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2819400"/>
            <a:ext cx="5638800" cy="3429000"/>
          </a:xfrm>
          <a:prstGeom prst="rect">
            <a:avLst/>
          </a:prstGeom>
        </p:spPr>
      </p:pic>
      <p:pic>
        <p:nvPicPr>
          <p:cNvPr id="6" name="Picture 5" descr="The image appears to be a digital floor plan or layout with various parking spots (K1-8 to K1-47), marked with numbers, and includes interactive elements for adding, deleting, or modifying parking spots, and navigational instructions.&#10;&#10;AI-generated content may be incorrect.">
            <a:extLst>
              <a:ext uri="{FF2B5EF4-FFF2-40B4-BE49-F238E27FC236}">
                <a16:creationId xmlns:a16="http://schemas.microsoft.com/office/drawing/2014/main" id="{C5876B67-3A94-5BC7-6DEB-0CB9E18650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682" y="2819400"/>
            <a:ext cx="5638800" cy="3429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5C2C656-F2E6-42F0-F6C7-534F971AA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6248D9E-52E4-0936-2E1E-349FE08C2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A459A7D-4531-8EF7-EE01-9FCE935371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5C122F1-1F2D-1853-5D24-0925F1D1C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CC33E8C-3799-D715-A173-68CE193BD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185A7B-2D57-DCDA-66E6-3783D6DA5F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9249" y="8229600"/>
            <a:ext cx="618502" cy="618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Jakob Oprešnik</cp:lastModifiedBy>
  <cp:revision>13</cp:revision>
  <dcterms:created xsi:type="dcterms:W3CDTF">2006-08-16T00:00:00Z</dcterms:created>
  <dcterms:modified xsi:type="dcterms:W3CDTF">2026-04-07T10:02:14Z</dcterms:modified>
</cp:coreProperties>
</file>